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
  </p:notesMasterIdLst>
  <p:sldIdLst>
    <p:sldId id="427" r:id="rId2"/>
    <p:sldId id="631" r:id="rId3"/>
    <p:sldId id="640" r:id="rId4"/>
    <p:sldId id="642" r:id="rId5"/>
    <p:sldId id="641" r:id="rId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2DCF32-DF40-7D4F-936B-1709F9C7E587}" v="1" dt="2025-04-01T10:00:03.9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327"/>
  </p:normalViewPr>
  <p:slideViewPr>
    <p:cSldViewPr snapToGrid="0">
      <p:cViewPr varScale="1">
        <p:scale>
          <a:sx n="123" d="100"/>
          <a:sy n="123" d="100"/>
        </p:scale>
        <p:origin x="600" y="184"/>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0E6EAC-CBB9-BD42-88AD-E8F9FE6D97A9}" type="datetimeFigureOut">
              <a:rPr lang="en-US" smtClean="0"/>
              <a:t>4/1/25</a:t>
            </a:fld>
            <a:endParaRPr lang="en-US"/>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A8535E-12EC-9C48-8F0B-EF35AC153218}" type="slidenum">
              <a:rPr lang="en-US" smtClean="0"/>
              <a:t>‹N›</a:t>
            </a:fld>
            <a:endParaRPr lang="en-US"/>
          </a:p>
        </p:txBody>
      </p:sp>
    </p:spTree>
    <p:extLst>
      <p:ext uri="{BB962C8B-B14F-4D97-AF65-F5344CB8AC3E}">
        <p14:creationId xmlns:p14="http://schemas.microsoft.com/office/powerpoint/2010/main" val="2127685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18EB111A-9E8D-AE42-AF40-7D7AD69A6457}" type="slidenum">
              <a:rPr kumimoji="0" lang="it-IT" sz="1200" b="0" i="0" u="none" strike="noStrike" kern="1200" cap="none" spc="0" normalizeH="0" baseline="0" noProof="0">
                <a:ln>
                  <a:noFill/>
                </a:ln>
                <a:solidFill>
                  <a:prstClr val="black"/>
                </a:solidFill>
                <a:effectLst/>
                <a:uLnTx/>
                <a:uFillTx/>
                <a:latin typeface="Arial" charset="0"/>
                <a:ea typeface="ＭＳ Ｐゴシック" charset="0"/>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it-IT" sz="1200" b="0" i="0" u="none" strike="noStrike" kern="1200" cap="none" spc="0" normalizeH="0" baseline="0" noProof="0">
              <a:ln>
                <a:noFill/>
              </a:ln>
              <a:solidFill>
                <a:prstClr val="black"/>
              </a:solidFill>
              <a:effectLst/>
              <a:uLnTx/>
              <a:uFillTx/>
              <a:latin typeface="Arial" charset="0"/>
              <a:ea typeface="ＭＳ Ｐゴシック" charset="0"/>
              <a:cs typeface="+mn-cs"/>
            </a:endParaRPr>
          </a:p>
        </p:txBody>
      </p:sp>
      <p:sp>
        <p:nvSpPr>
          <p:cNvPr id="15363" name="Rectangle 2"/>
          <p:cNvSpPr>
            <a:spLocks noGrp="1" noRot="1" noChangeAspect="1" noChangeArrowheads="1" noTextEdit="1"/>
          </p:cNvSpPr>
          <p:nvPr>
            <p:ph type="sldImg"/>
          </p:nvPr>
        </p:nvSpPr>
        <p:spPr>
          <a:xfrm>
            <a:off x="381000" y="685800"/>
            <a:ext cx="6096000" cy="3429000"/>
          </a:xfrm>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914400" y="2130426"/>
            <a:ext cx="10363200" cy="1470025"/>
          </a:xfrm>
        </p:spPr>
        <p:txBody>
          <a:bodyPr/>
          <a:lstStyle/>
          <a:p>
            <a:r>
              <a:rPr lang="it-IT"/>
              <a:t>Fare clic per modificare stile</a:t>
            </a:r>
            <a:endParaRPr lang="en-US"/>
          </a:p>
        </p:txBody>
      </p:sp>
      <p:sp>
        <p:nvSpPr>
          <p:cNvPr id="3" name="Sottotitolo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it-IT"/>
              <a:t>Fare clic per modificare lo stile del sottotitolo dello schema</a:t>
            </a:r>
            <a:endParaRPr lang="en-US"/>
          </a:p>
        </p:txBody>
      </p:sp>
      <p:sp>
        <p:nvSpPr>
          <p:cNvPr id="4" name="Segnaposto data 3"/>
          <p:cNvSpPr>
            <a:spLocks noGrp="1"/>
          </p:cNvSpPr>
          <p:nvPr>
            <p:ph type="dt" sz="half" idx="10"/>
          </p:nvPr>
        </p:nvSpPr>
        <p:spPr/>
        <p:txBody>
          <a:bodyPr/>
          <a:lstStyle/>
          <a:p>
            <a:fld id="{7B0733A9-B2C3-AE47-8657-BBD3860B180D}" type="datetimeFigureOut">
              <a:rPr lang="it-IT" smtClean="0"/>
              <a:t>01/04/25</a:t>
            </a:fld>
            <a:endParaRPr lang="en-US"/>
          </a:p>
        </p:txBody>
      </p:sp>
      <p:sp>
        <p:nvSpPr>
          <p:cNvPr id="5" name="Segnaposto piè di pagina 4"/>
          <p:cNvSpPr>
            <a:spLocks noGrp="1"/>
          </p:cNvSpPr>
          <p:nvPr>
            <p:ph type="ftr" sz="quarter" idx="11"/>
          </p:nvPr>
        </p:nvSpPr>
        <p:spPr/>
        <p:txBody>
          <a:bodyPr/>
          <a:lstStyle/>
          <a:p>
            <a:endParaRPr lang="en-US"/>
          </a:p>
        </p:txBody>
      </p:sp>
      <p:sp>
        <p:nvSpPr>
          <p:cNvPr id="6" name="Segnaposto numero diapositiva 5"/>
          <p:cNvSpPr>
            <a:spLocks noGrp="1"/>
          </p:cNvSpPr>
          <p:nvPr>
            <p:ph type="sldNum" sz="quarter" idx="12"/>
          </p:nvPr>
        </p:nvSpPr>
        <p:spPr/>
        <p:txBody>
          <a:bodyPr/>
          <a:lstStyle/>
          <a:p>
            <a:fld id="{9996DE83-5E11-5147-A804-09247BE1F2BF}" type="slidenum">
              <a:rPr lang="en-US" smtClean="0"/>
              <a:t>‹N›</a:t>
            </a:fld>
            <a:endParaRPr lang="en-US"/>
          </a:p>
        </p:txBody>
      </p:sp>
    </p:spTree>
    <p:extLst>
      <p:ext uri="{BB962C8B-B14F-4D97-AF65-F5344CB8AC3E}">
        <p14:creationId xmlns:p14="http://schemas.microsoft.com/office/powerpoint/2010/main" val="2460867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endParaRPr lang="en-US"/>
          </a:p>
        </p:txBody>
      </p:sp>
      <p:sp>
        <p:nvSpPr>
          <p:cNvPr id="3" name="Segnaposto contenuto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data 3"/>
          <p:cNvSpPr>
            <a:spLocks noGrp="1"/>
          </p:cNvSpPr>
          <p:nvPr>
            <p:ph type="dt" sz="half" idx="10"/>
          </p:nvPr>
        </p:nvSpPr>
        <p:spPr/>
        <p:txBody>
          <a:bodyPr/>
          <a:lstStyle/>
          <a:p>
            <a:fld id="{7B0733A9-B2C3-AE47-8657-BBD3860B180D}" type="datetimeFigureOut">
              <a:rPr lang="it-IT" smtClean="0"/>
              <a:t>01/04/25</a:t>
            </a:fld>
            <a:endParaRPr lang="en-US"/>
          </a:p>
        </p:txBody>
      </p:sp>
      <p:sp>
        <p:nvSpPr>
          <p:cNvPr id="5" name="Segnaposto piè di pagina 4"/>
          <p:cNvSpPr>
            <a:spLocks noGrp="1"/>
          </p:cNvSpPr>
          <p:nvPr>
            <p:ph type="ftr" sz="quarter" idx="11"/>
          </p:nvPr>
        </p:nvSpPr>
        <p:spPr/>
        <p:txBody>
          <a:bodyPr/>
          <a:lstStyle/>
          <a:p>
            <a:endParaRPr lang="en-US"/>
          </a:p>
        </p:txBody>
      </p:sp>
      <p:sp>
        <p:nvSpPr>
          <p:cNvPr id="6" name="Segnaposto numero diapositiva 5"/>
          <p:cNvSpPr>
            <a:spLocks noGrp="1"/>
          </p:cNvSpPr>
          <p:nvPr>
            <p:ph type="sldNum" sz="quarter" idx="12"/>
          </p:nvPr>
        </p:nvSpPr>
        <p:spPr/>
        <p:txBody>
          <a:bodyPr/>
          <a:lstStyle/>
          <a:p>
            <a:fld id="{9996DE83-5E11-5147-A804-09247BE1F2BF}" type="slidenum">
              <a:rPr lang="en-US" smtClean="0"/>
              <a:t>‹N›</a:t>
            </a:fld>
            <a:endParaRPr lang="en-US"/>
          </a:p>
        </p:txBody>
      </p:sp>
    </p:spTree>
    <p:extLst>
      <p:ext uri="{BB962C8B-B14F-4D97-AF65-F5344CB8AC3E}">
        <p14:creationId xmlns:p14="http://schemas.microsoft.com/office/powerpoint/2010/main" val="4043484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963084" y="4406901"/>
            <a:ext cx="10363200" cy="1362075"/>
          </a:xfrm>
        </p:spPr>
        <p:txBody>
          <a:bodyPr anchor="t"/>
          <a:lstStyle>
            <a:lvl1pPr algn="l">
              <a:defRPr sz="4000" b="1" cap="all"/>
            </a:lvl1pPr>
          </a:lstStyle>
          <a:p>
            <a:r>
              <a:rPr lang="it-IT"/>
              <a:t>Fare clic per modificare stile</a:t>
            </a:r>
            <a:endParaRPr lang="en-US"/>
          </a:p>
        </p:txBody>
      </p:sp>
      <p:sp>
        <p:nvSpPr>
          <p:cNvPr id="3" name="Segnaposto testo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it-IT"/>
              <a:t>Fare clic per modificare gli stili del testo dello schema</a:t>
            </a:r>
          </a:p>
        </p:txBody>
      </p:sp>
      <p:sp>
        <p:nvSpPr>
          <p:cNvPr id="4" name="Segnaposto data 3"/>
          <p:cNvSpPr>
            <a:spLocks noGrp="1"/>
          </p:cNvSpPr>
          <p:nvPr>
            <p:ph type="dt" sz="half" idx="10"/>
          </p:nvPr>
        </p:nvSpPr>
        <p:spPr/>
        <p:txBody>
          <a:bodyPr/>
          <a:lstStyle/>
          <a:p>
            <a:fld id="{7B0733A9-B2C3-AE47-8657-BBD3860B180D}" type="datetimeFigureOut">
              <a:rPr lang="it-IT" smtClean="0"/>
              <a:t>01/04/25</a:t>
            </a:fld>
            <a:endParaRPr lang="en-US"/>
          </a:p>
        </p:txBody>
      </p:sp>
      <p:sp>
        <p:nvSpPr>
          <p:cNvPr id="5" name="Segnaposto piè di pagina 4"/>
          <p:cNvSpPr>
            <a:spLocks noGrp="1"/>
          </p:cNvSpPr>
          <p:nvPr>
            <p:ph type="ftr" sz="quarter" idx="11"/>
          </p:nvPr>
        </p:nvSpPr>
        <p:spPr/>
        <p:txBody>
          <a:bodyPr/>
          <a:lstStyle/>
          <a:p>
            <a:endParaRPr lang="en-US"/>
          </a:p>
        </p:txBody>
      </p:sp>
      <p:sp>
        <p:nvSpPr>
          <p:cNvPr id="6" name="Segnaposto numero diapositiva 5"/>
          <p:cNvSpPr>
            <a:spLocks noGrp="1"/>
          </p:cNvSpPr>
          <p:nvPr>
            <p:ph type="sldNum" sz="quarter" idx="12"/>
          </p:nvPr>
        </p:nvSpPr>
        <p:spPr/>
        <p:txBody>
          <a:bodyPr/>
          <a:lstStyle/>
          <a:p>
            <a:fld id="{9996DE83-5E11-5147-A804-09247BE1F2BF}" type="slidenum">
              <a:rPr lang="en-US" smtClean="0"/>
              <a:t>‹N›</a:t>
            </a:fld>
            <a:endParaRPr lang="en-US"/>
          </a:p>
        </p:txBody>
      </p:sp>
    </p:spTree>
    <p:extLst>
      <p:ext uri="{BB962C8B-B14F-4D97-AF65-F5344CB8AC3E}">
        <p14:creationId xmlns:p14="http://schemas.microsoft.com/office/powerpoint/2010/main" val="3054197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endParaRPr lang="en-US"/>
          </a:p>
        </p:txBody>
      </p:sp>
      <p:sp>
        <p:nvSpPr>
          <p:cNvPr id="3" name="Segnaposto contenuto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contenuto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Segnaposto data 4"/>
          <p:cNvSpPr>
            <a:spLocks noGrp="1"/>
          </p:cNvSpPr>
          <p:nvPr>
            <p:ph type="dt" sz="half" idx="10"/>
          </p:nvPr>
        </p:nvSpPr>
        <p:spPr/>
        <p:txBody>
          <a:bodyPr/>
          <a:lstStyle/>
          <a:p>
            <a:fld id="{7B0733A9-B2C3-AE47-8657-BBD3860B180D}" type="datetimeFigureOut">
              <a:rPr lang="it-IT" smtClean="0"/>
              <a:t>01/04/25</a:t>
            </a:fld>
            <a:endParaRPr lang="en-US"/>
          </a:p>
        </p:txBody>
      </p:sp>
      <p:sp>
        <p:nvSpPr>
          <p:cNvPr id="6" name="Segnaposto piè di pagina 5"/>
          <p:cNvSpPr>
            <a:spLocks noGrp="1"/>
          </p:cNvSpPr>
          <p:nvPr>
            <p:ph type="ftr" sz="quarter" idx="11"/>
          </p:nvPr>
        </p:nvSpPr>
        <p:spPr/>
        <p:txBody>
          <a:bodyPr/>
          <a:lstStyle/>
          <a:p>
            <a:endParaRPr lang="en-US"/>
          </a:p>
        </p:txBody>
      </p:sp>
      <p:sp>
        <p:nvSpPr>
          <p:cNvPr id="7" name="Segnaposto numero diapositiva 6"/>
          <p:cNvSpPr>
            <a:spLocks noGrp="1"/>
          </p:cNvSpPr>
          <p:nvPr>
            <p:ph type="sldNum" sz="quarter" idx="12"/>
          </p:nvPr>
        </p:nvSpPr>
        <p:spPr/>
        <p:txBody>
          <a:bodyPr/>
          <a:lstStyle/>
          <a:p>
            <a:fld id="{9996DE83-5E11-5147-A804-09247BE1F2BF}" type="slidenum">
              <a:rPr lang="en-US" smtClean="0"/>
              <a:t>‹N›</a:t>
            </a:fld>
            <a:endParaRPr lang="en-US"/>
          </a:p>
        </p:txBody>
      </p:sp>
    </p:spTree>
    <p:extLst>
      <p:ext uri="{BB962C8B-B14F-4D97-AF65-F5344CB8AC3E}">
        <p14:creationId xmlns:p14="http://schemas.microsoft.com/office/powerpoint/2010/main" val="3567313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stile</a:t>
            </a:r>
            <a:endParaRPr lang="en-US"/>
          </a:p>
        </p:txBody>
      </p:sp>
      <p:sp>
        <p:nvSpPr>
          <p:cNvPr id="3" name="Segnaposto testo 2"/>
          <p:cNvSpPr>
            <a:spLocks noGrp="1"/>
          </p:cNvSpPr>
          <p:nvPr>
            <p:ph type="body" idx="1"/>
          </p:nvPr>
        </p:nvSpPr>
        <p:spPr>
          <a:xfrm>
            <a:off x="609600" y="1535113"/>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it-IT"/>
              <a:t>Fare clic per modificare gli stili del testo dello schema</a:t>
            </a:r>
          </a:p>
        </p:txBody>
      </p:sp>
      <p:sp>
        <p:nvSpPr>
          <p:cNvPr id="4" name="Segnaposto contenuto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5" name="Segnaposto testo 4"/>
          <p:cNvSpPr>
            <a:spLocks noGrp="1"/>
          </p:cNvSpPr>
          <p:nvPr>
            <p:ph type="body" sz="quarter" idx="3"/>
          </p:nvPr>
        </p:nvSpPr>
        <p:spPr>
          <a:xfrm>
            <a:off x="6193369" y="1535113"/>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it-IT"/>
              <a:t>Fare clic per modificare gli stili del testo dello schema</a:t>
            </a:r>
          </a:p>
        </p:txBody>
      </p:sp>
      <p:sp>
        <p:nvSpPr>
          <p:cNvPr id="6" name="Segnaposto contenuto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7" name="Segnaposto data 6"/>
          <p:cNvSpPr>
            <a:spLocks noGrp="1"/>
          </p:cNvSpPr>
          <p:nvPr>
            <p:ph type="dt" sz="half" idx="10"/>
          </p:nvPr>
        </p:nvSpPr>
        <p:spPr/>
        <p:txBody>
          <a:bodyPr/>
          <a:lstStyle/>
          <a:p>
            <a:fld id="{7B0733A9-B2C3-AE47-8657-BBD3860B180D}" type="datetimeFigureOut">
              <a:rPr lang="it-IT" smtClean="0"/>
              <a:t>01/04/25</a:t>
            </a:fld>
            <a:endParaRPr lang="en-US"/>
          </a:p>
        </p:txBody>
      </p:sp>
      <p:sp>
        <p:nvSpPr>
          <p:cNvPr id="8" name="Segnaposto piè di pagina 7"/>
          <p:cNvSpPr>
            <a:spLocks noGrp="1"/>
          </p:cNvSpPr>
          <p:nvPr>
            <p:ph type="ftr" sz="quarter" idx="11"/>
          </p:nvPr>
        </p:nvSpPr>
        <p:spPr/>
        <p:txBody>
          <a:bodyPr/>
          <a:lstStyle/>
          <a:p>
            <a:endParaRPr lang="en-US"/>
          </a:p>
        </p:txBody>
      </p:sp>
      <p:sp>
        <p:nvSpPr>
          <p:cNvPr id="9" name="Segnaposto numero diapositiva 8"/>
          <p:cNvSpPr>
            <a:spLocks noGrp="1"/>
          </p:cNvSpPr>
          <p:nvPr>
            <p:ph type="sldNum" sz="quarter" idx="12"/>
          </p:nvPr>
        </p:nvSpPr>
        <p:spPr/>
        <p:txBody>
          <a:bodyPr/>
          <a:lstStyle/>
          <a:p>
            <a:fld id="{9996DE83-5E11-5147-A804-09247BE1F2BF}" type="slidenum">
              <a:rPr lang="en-US" smtClean="0"/>
              <a:t>‹N›</a:t>
            </a:fld>
            <a:endParaRPr lang="en-US"/>
          </a:p>
        </p:txBody>
      </p:sp>
    </p:spTree>
    <p:extLst>
      <p:ext uri="{BB962C8B-B14F-4D97-AF65-F5344CB8AC3E}">
        <p14:creationId xmlns:p14="http://schemas.microsoft.com/office/powerpoint/2010/main" val="3888387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endParaRPr lang="en-US"/>
          </a:p>
        </p:txBody>
      </p:sp>
      <p:sp>
        <p:nvSpPr>
          <p:cNvPr id="3" name="Segnaposto data 2"/>
          <p:cNvSpPr>
            <a:spLocks noGrp="1"/>
          </p:cNvSpPr>
          <p:nvPr>
            <p:ph type="dt" sz="half" idx="10"/>
          </p:nvPr>
        </p:nvSpPr>
        <p:spPr/>
        <p:txBody>
          <a:bodyPr/>
          <a:lstStyle/>
          <a:p>
            <a:fld id="{7B0733A9-B2C3-AE47-8657-BBD3860B180D}" type="datetimeFigureOut">
              <a:rPr lang="it-IT" smtClean="0"/>
              <a:t>01/04/25</a:t>
            </a:fld>
            <a:endParaRPr lang="en-US"/>
          </a:p>
        </p:txBody>
      </p:sp>
      <p:sp>
        <p:nvSpPr>
          <p:cNvPr id="4" name="Segnaposto piè di pagina 3"/>
          <p:cNvSpPr>
            <a:spLocks noGrp="1"/>
          </p:cNvSpPr>
          <p:nvPr>
            <p:ph type="ftr" sz="quarter" idx="11"/>
          </p:nvPr>
        </p:nvSpPr>
        <p:spPr/>
        <p:txBody>
          <a:bodyPr/>
          <a:lstStyle/>
          <a:p>
            <a:endParaRPr lang="en-US"/>
          </a:p>
        </p:txBody>
      </p:sp>
      <p:sp>
        <p:nvSpPr>
          <p:cNvPr id="5" name="Segnaposto numero diapositiva 4"/>
          <p:cNvSpPr>
            <a:spLocks noGrp="1"/>
          </p:cNvSpPr>
          <p:nvPr>
            <p:ph type="sldNum" sz="quarter" idx="12"/>
          </p:nvPr>
        </p:nvSpPr>
        <p:spPr/>
        <p:txBody>
          <a:bodyPr/>
          <a:lstStyle/>
          <a:p>
            <a:fld id="{9996DE83-5E11-5147-A804-09247BE1F2BF}" type="slidenum">
              <a:rPr lang="en-US" smtClean="0"/>
              <a:t>‹N›</a:t>
            </a:fld>
            <a:endParaRPr lang="en-US"/>
          </a:p>
        </p:txBody>
      </p:sp>
    </p:spTree>
    <p:extLst>
      <p:ext uri="{BB962C8B-B14F-4D97-AF65-F5344CB8AC3E}">
        <p14:creationId xmlns:p14="http://schemas.microsoft.com/office/powerpoint/2010/main" val="2192013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7B0733A9-B2C3-AE47-8657-BBD3860B180D}" type="datetimeFigureOut">
              <a:rPr lang="it-IT" smtClean="0"/>
              <a:t>01/04/25</a:t>
            </a:fld>
            <a:endParaRPr lang="en-US"/>
          </a:p>
        </p:txBody>
      </p:sp>
      <p:sp>
        <p:nvSpPr>
          <p:cNvPr id="3" name="Segnaposto piè di pagina 2"/>
          <p:cNvSpPr>
            <a:spLocks noGrp="1"/>
          </p:cNvSpPr>
          <p:nvPr>
            <p:ph type="ftr" sz="quarter" idx="11"/>
          </p:nvPr>
        </p:nvSpPr>
        <p:spPr/>
        <p:txBody>
          <a:bodyPr/>
          <a:lstStyle/>
          <a:p>
            <a:endParaRPr lang="en-US"/>
          </a:p>
        </p:txBody>
      </p:sp>
      <p:sp>
        <p:nvSpPr>
          <p:cNvPr id="4" name="Segnaposto numero diapositiva 3"/>
          <p:cNvSpPr>
            <a:spLocks noGrp="1"/>
          </p:cNvSpPr>
          <p:nvPr>
            <p:ph type="sldNum" sz="quarter" idx="12"/>
          </p:nvPr>
        </p:nvSpPr>
        <p:spPr/>
        <p:txBody>
          <a:bodyPr/>
          <a:lstStyle/>
          <a:p>
            <a:fld id="{9996DE83-5E11-5147-A804-09247BE1F2BF}" type="slidenum">
              <a:rPr lang="en-US" smtClean="0"/>
              <a:t>‹N›</a:t>
            </a:fld>
            <a:endParaRPr lang="en-US"/>
          </a:p>
        </p:txBody>
      </p:sp>
    </p:spTree>
    <p:extLst>
      <p:ext uri="{BB962C8B-B14F-4D97-AF65-F5344CB8AC3E}">
        <p14:creationId xmlns:p14="http://schemas.microsoft.com/office/powerpoint/2010/main" val="966565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09602" y="273049"/>
            <a:ext cx="4011084" cy="1162051"/>
          </a:xfrm>
        </p:spPr>
        <p:txBody>
          <a:bodyPr anchor="b"/>
          <a:lstStyle>
            <a:lvl1pPr algn="l">
              <a:defRPr sz="2000" b="1"/>
            </a:lvl1pPr>
          </a:lstStyle>
          <a:p>
            <a:r>
              <a:rPr lang="it-IT"/>
              <a:t>Fare clic per modificare stile</a:t>
            </a:r>
            <a:endParaRPr lang="en-US"/>
          </a:p>
        </p:txBody>
      </p:sp>
      <p:sp>
        <p:nvSpPr>
          <p:cNvPr id="3" name="Segnaposto contenuto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testo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it-IT"/>
              <a:t>Fare clic per modificare gli stili del testo dello schema</a:t>
            </a:r>
          </a:p>
        </p:txBody>
      </p:sp>
      <p:sp>
        <p:nvSpPr>
          <p:cNvPr id="5" name="Segnaposto data 4"/>
          <p:cNvSpPr>
            <a:spLocks noGrp="1"/>
          </p:cNvSpPr>
          <p:nvPr>
            <p:ph type="dt" sz="half" idx="10"/>
          </p:nvPr>
        </p:nvSpPr>
        <p:spPr/>
        <p:txBody>
          <a:bodyPr/>
          <a:lstStyle/>
          <a:p>
            <a:fld id="{7B0733A9-B2C3-AE47-8657-BBD3860B180D}" type="datetimeFigureOut">
              <a:rPr lang="it-IT" smtClean="0"/>
              <a:t>01/04/25</a:t>
            </a:fld>
            <a:endParaRPr lang="en-US"/>
          </a:p>
        </p:txBody>
      </p:sp>
      <p:sp>
        <p:nvSpPr>
          <p:cNvPr id="6" name="Segnaposto piè di pagina 5"/>
          <p:cNvSpPr>
            <a:spLocks noGrp="1"/>
          </p:cNvSpPr>
          <p:nvPr>
            <p:ph type="ftr" sz="quarter" idx="11"/>
          </p:nvPr>
        </p:nvSpPr>
        <p:spPr/>
        <p:txBody>
          <a:bodyPr/>
          <a:lstStyle/>
          <a:p>
            <a:endParaRPr lang="en-US"/>
          </a:p>
        </p:txBody>
      </p:sp>
      <p:sp>
        <p:nvSpPr>
          <p:cNvPr id="7" name="Segnaposto numero diapositiva 6"/>
          <p:cNvSpPr>
            <a:spLocks noGrp="1"/>
          </p:cNvSpPr>
          <p:nvPr>
            <p:ph type="sldNum" sz="quarter" idx="12"/>
          </p:nvPr>
        </p:nvSpPr>
        <p:spPr/>
        <p:txBody>
          <a:bodyPr/>
          <a:lstStyle/>
          <a:p>
            <a:fld id="{9996DE83-5E11-5147-A804-09247BE1F2BF}" type="slidenum">
              <a:rPr lang="en-US" smtClean="0"/>
              <a:t>‹N›</a:t>
            </a:fld>
            <a:endParaRPr lang="en-US"/>
          </a:p>
        </p:txBody>
      </p:sp>
    </p:spTree>
    <p:extLst>
      <p:ext uri="{BB962C8B-B14F-4D97-AF65-F5344CB8AC3E}">
        <p14:creationId xmlns:p14="http://schemas.microsoft.com/office/powerpoint/2010/main" val="4041106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2389717" y="4800600"/>
            <a:ext cx="7315200" cy="566739"/>
          </a:xfrm>
        </p:spPr>
        <p:txBody>
          <a:bodyPr anchor="b"/>
          <a:lstStyle>
            <a:lvl1pPr algn="l">
              <a:defRPr sz="2000" b="1"/>
            </a:lvl1pPr>
          </a:lstStyle>
          <a:p>
            <a:r>
              <a:rPr lang="it-IT"/>
              <a:t>Fare clic per modificare stile</a:t>
            </a:r>
            <a:endParaRPr lang="en-US"/>
          </a:p>
        </p:txBody>
      </p:sp>
      <p:sp>
        <p:nvSpPr>
          <p:cNvPr id="3" name="Segnaposto immagine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Segnaposto testo 3"/>
          <p:cNvSpPr>
            <a:spLocks noGrp="1"/>
          </p:cNvSpPr>
          <p:nvPr>
            <p:ph type="body" sz="half" idx="2"/>
          </p:nvPr>
        </p:nvSpPr>
        <p:spPr>
          <a:xfrm>
            <a:off x="2389717" y="5367338"/>
            <a:ext cx="73152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it-IT"/>
              <a:t>Fare clic per modificare gli stili del testo dello schema</a:t>
            </a:r>
          </a:p>
        </p:txBody>
      </p:sp>
      <p:sp>
        <p:nvSpPr>
          <p:cNvPr id="5" name="Segnaposto data 4"/>
          <p:cNvSpPr>
            <a:spLocks noGrp="1"/>
          </p:cNvSpPr>
          <p:nvPr>
            <p:ph type="dt" sz="half" idx="10"/>
          </p:nvPr>
        </p:nvSpPr>
        <p:spPr/>
        <p:txBody>
          <a:bodyPr/>
          <a:lstStyle/>
          <a:p>
            <a:fld id="{7B0733A9-B2C3-AE47-8657-BBD3860B180D}" type="datetimeFigureOut">
              <a:rPr lang="it-IT" smtClean="0"/>
              <a:t>01/04/25</a:t>
            </a:fld>
            <a:endParaRPr lang="en-US"/>
          </a:p>
        </p:txBody>
      </p:sp>
      <p:sp>
        <p:nvSpPr>
          <p:cNvPr id="6" name="Segnaposto piè di pagina 5"/>
          <p:cNvSpPr>
            <a:spLocks noGrp="1"/>
          </p:cNvSpPr>
          <p:nvPr>
            <p:ph type="ftr" sz="quarter" idx="11"/>
          </p:nvPr>
        </p:nvSpPr>
        <p:spPr/>
        <p:txBody>
          <a:bodyPr/>
          <a:lstStyle/>
          <a:p>
            <a:endParaRPr lang="en-US"/>
          </a:p>
        </p:txBody>
      </p:sp>
      <p:sp>
        <p:nvSpPr>
          <p:cNvPr id="7" name="Segnaposto numero diapositiva 6"/>
          <p:cNvSpPr>
            <a:spLocks noGrp="1"/>
          </p:cNvSpPr>
          <p:nvPr>
            <p:ph type="sldNum" sz="quarter" idx="12"/>
          </p:nvPr>
        </p:nvSpPr>
        <p:spPr/>
        <p:txBody>
          <a:bodyPr/>
          <a:lstStyle/>
          <a:p>
            <a:fld id="{9996DE83-5E11-5147-A804-09247BE1F2BF}" type="slidenum">
              <a:rPr lang="en-US" smtClean="0"/>
              <a:t>‹N›</a:t>
            </a:fld>
            <a:endParaRPr lang="en-US"/>
          </a:p>
        </p:txBody>
      </p:sp>
    </p:spTree>
    <p:extLst>
      <p:ext uri="{BB962C8B-B14F-4D97-AF65-F5344CB8AC3E}">
        <p14:creationId xmlns:p14="http://schemas.microsoft.com/office/powerpoint/2010/main" val="3790008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endParaRPr lang="en-US"/>
          </a:p>
        </p:txBody>
      </p:sp>
      <p:sp>
        <p:nvSpPr>
          <p:cNvPr id="3" name="Segnaposto testo verticale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data 3"/>
          <p:cNvSpPr>
            <a:spLocks noGrp="1"/>
          </p:cNvSpPr>
          <p:nvPr>
            <p:ph type="dt" sz="half" idx="10"/>
          </p:nvPr>
        </p:nvSpPr>
        <p:spPr/>
        <p:txBody>
          <a:bodyPr/>
          <a:lstStyle/>
          <a:p>
            <a:fld id="{7B0733A9-B2C3-AE47-8657-BBD3860B180D}" type="datetimeFigureOut">
              <a:rPr lang="it-IT" smtClean="0"/>
              <a:t>01/04/25</a:t>
            </a:fld>
            <a:endParaRPr lang="en-US"/>
          </a:p>
        </p:txBody>
      </p:sp>
      <p:sp>
        <p:nvSpPr>
          <p:cNvPr id="5" name="Segnaposto piè di pagina 4"/>
          <p:cNvSpPr>
            <a:spLocks noGrp="1"/>
          </p:cNvSpPr>
          <p:nvPr>
            <p:ph type="ftr" sz="quarter" idx="11"/>
          </p:nvPr>
        </p:nvSpPr>
        <p:spPr/>
        <p:txBody>
          <a:bodyPr/>
          <a:lstStyle/>
          <a:p>
            <a:endParaRPr lang="en-US"/>
          </a:p>
        </p:txBody>
      </p:sp>
      <p:sp>
        <p:nvSpPr>
          <p:cNvPr id="6" name="Segnaposto numero diapositiva 5"/>
          <p:cNvSpPr>
            <a:spLocks noGrp="1"/>
          </p:cNvSpPr>
          <p:nvPr>
            <p:ph type="sldNum" sz="quarter" idx="12"/>
          </p:nvPr>
        </p:nvSpPr>
        <p:spPr/>
        <p:txBody>
          <a:bodyPr/>
          <a:lstStyle/>
          <a:p>
            <a:fld id="{9996DE83-5E11-5147-A804-09247BE1F2BF}" type="slidenum">
              <a:rPr lang="en-US" smtClean="0"/>
              <a:t>‹N›</a:t>
            </a:fld>
            <a:endParaRPr lang="en-US"/>
          </a:p>
        </p:txBody>
      </p:sp>
    </p:spTree>
    <p:extLst>
      <p:ext uri="{BB962C8B-B14F-4D97-AF65-F5344CB8AC3E}">
        <p14:creationId xmlns:p14="http://schemas.microsoft.com/office/powerpoint/2010/main" val="2709769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839200" y="274639"/>
            <a:ext cx="2743200" cy="5851525"/>
          </a:xfrm>
        </p:spPr>
        <p:txBody>
          <a:bodyPr vert="eaVert"/>
          <a:lstStyle/>
          <a:p>
            <a:r>
              <a:rPr lang="it-IT"/>
              <a:t>Fare clic per modificare stile</a:t>
            </a:r>
            <a:endParaRPr lang="en-US"/>
          </a:p>
        </p:txBody>
      </p:sp>
      <p:sp>
        <p:nvSpPr>
          <p:cNvPr id="3" name="Segnaposto testo verticale 2"/>
          <p:cNvSpPr>
            <a:spLocks noGrp="1"/>
          </p:cNvSpPr>
          <p:nvPr>
            <p:ph type="body" orient="vert" idx="1"/>
          </p:nvPr>
        </p:nvSpPr>
        <p:spPr>
          <a:xfrm>
            <a:off x="609600" y="274639"/>
            <a:ext cx="8026400" cy="5851525"/>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data 3"/>
          <p:cNvSpPr>
            <a:spLocks noGrp="1"/>
          </p:cNvSpPr>
          <p:nvPr>
            <p:ph type="dt" sz="half" idx="10"/>
          </p:nvPr>
        </p:nvSpPr>
        <p:spPr/>
        <p:txBody>
          <a:bodyPr/>
          <a:lstStyle/>
          <a:p>
            <a:fld id="{7B0733A9-B2C3-AE47-8657-BBD3860B180D}" type="datetimeFigureOut">
              <a:rPr lang="it-IT" smtClean="0"/>
              <a:t>01/04/25</a:t>
            </a:fld>
            <a:endParaRPr lang="en-US"/>
          </a:p>
        </p:txBody>
      </p:sp>
      <p:sp>
        <p:nvSpPr>
          <p:cNvPr id="5" name="Segnaposto piè di pagina 4"/>
          <p:cNvSpPr>
            <a:spLocks noGrp="1"/>
          </p:cNvSpPr>
          <p:nvPr>
            <p:ph type="ftr" sz="quarter" idx="11"/>
          </p:nvPr>
        </p:nvSpPr>
        <p:spPr/>
        <p:txBody>
          <a:bodyPr/>
          <a:lstStyle/>
          <a:p>
            <a:endParaRPr lang="en-US"/>
          </a:p>
        </p:txBody>
      </p:sp>
      <p:sp>
        <p:nvSpPr>
          <p:cNvPr id="6" name="Segnaposto numero diapositiva 5"/>
          <p:cNvSpPr>
            <a:spLocks noGrp="1"/>
          </p:cNvSpPr>
          <p:nvPr>
            <p:ph type="sldNum" sz="quarter" idx="12"/>
          </p:nvPr>
        </p:nvSpPr>
        <p:spPr/>
        <p:txBody>
          <a:bodyPr/>
          <a:lstStyle/>
          <a:p>
            <a:fld id="{9996DE83-5E11-5147-A804-09247BE1F2BF}" type="slidenum">
              <a:rPr lang="en-US" smtClean="0"/>
              <a:t>‹N›</a:t>
            </a:fld>
            <a:endParaRPr lang="en-US"/>
          </a:p>
        </p:txBody>
      </p:sp>
    </p:spTree>
    <p:extLst>
      <p:ext uri="{BB962C8B-B14F-4D97-AF65-F5344CB8AC3E}">
        <p14:creationId xmlns:p14="http://schemas.microsoft.com/office/powerpoint/2010/main" val="1083355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it-IT" dirty="0"/>
              <a:t>Fare clic per modificare stile</a:t>
            </a:r>
            <a:endParaRPr lang="en-US" dirty="0"/>
          </a:p>
        </p:txBody>
      </p:sp>
      <p:sp>
        <p:nvSpPr>
          <p:cNvPr id="3" name="Segnaposto testo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4" name="Segnaposto data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b="0" i="0">
                <a:solidFill>
                  <a:schemeClr val="tx1">
                    <a:tint val="75000"/>
                  </a:schemeClr>
                </a:solidFill>
                <a:latin typeface="Calibri Light" panose="020F0302020204030204" pitchFamily="34" charset="0"/>
              </a:defRPr>
            </a:lvl1pPr>
          </a:lstStyle>
          <a:p>
            <a:fld id="{7B0733A9-B2C3-AE47-8657-BBD3860B180D}" type="datetimeFigureOut">
              <a:rPr lang="it-IT" smtClean="0"/>
              <a:pPr/>
              <a:t>01/04/25</a:t>
            </a:fld>
            <a:endParaRPr lang="en-US" dirty="0"/>
          </a:p>
        </p:txBody>
      </p:sp>
      <p:sp>
        <p:nvSpPr>
          <p:cNvPr id="5" name="Segnaposto piè di pagina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b="0" i="0">
                <a:solidFill>
                  <a:schemeClr val="tx1">
                    <a:tint val="75000"/>
                  </a:schemeClr>
                </a:solidFill>
                <a:latin typeface="Calibri Light" panose="020F0302020204030204" pitchFamily="34" charset="0"/>
              </a:defRPr>
            </a:lvl1pPr>
          </a:lstStyle>
          <a:p>
            <a:endParaRPr lang="en-US" dirty="0"/>
          </a:p>
        </p:txBody>
      </p:sp>
      <p:sp>
        <p:nvSpPr>
          <p:cNvPr id="6" name="Segnaposto numero diapositiva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b="0" i="0">
                <a:solidFill>
                  <a:schemeClr val="tx1">
                    <a:tint val="75000"/>
                  </a:schemeClr>
                </a:solidFill>
                <a:latin typeface="Calibri Light" panose="020F0302020204030204" pitchFamily="34" charset="0"/>
              </a:defRPr>
            </a:lvl1pPr>
          </a:lstStyle>
          <a:p>
            <a:fld id="{9996DE83-5E11-5147-A804-09247BE1F2BF}" type="slidenum">
              <a:rPr lang="en-US" smtClean="0"/>
              <a:pPr/>
              <a:t>‹N›</a:t>
            </a:fld>
            <a:endParaRPr lang="en-US" dirty="0"/>
          </a:p>
        </p:txBody>
      </p:sp>
    </p:spTree>
    <p:extLst>
      <p:ext uri="{BB962C8B-B14F-4D97-AF65-F5344CB8AC3E}">
        <p14:creationId xmlns:p14="http://schemas.microsoft.com/office/powerpoint/2010/main" val="29981544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189" rtl="0" eaLnBrk="1" latinLnBrk="0" hangingPunct="1">
        <a:spcBef>
          <a:spcPct val="0"/>
        </a:spcBef>
        <a:buNone/>
        <a:defRPr sz="4400" b="0" i="0" kern="1200">
          <a:solidFill>
            <a:schemeClr val="tx1"/>
          </a:solidFill>
          <a:latin typeface="Calibri Light" panose="020F0302020204030204" pitchFamily="34" charset="0"/>
          <a:ea typeface="+mj-ea"/>
          <a:cs typeface="+mj-cs"/>
        </a:defRPr>
      </a:lvl1pPr>
    </p:titleStyle>
    <p:bodyStyle>
      <a:lvl1pPr marL="342891" indent="-342891" algn="l" defTabSz="457189" rtl="0" eaLnBrk="1" latinLnBrk="0" hangingPunct="1">
        <a:spcBef>
          <a:spcPct val="20000"/>
        </a:spcBef>
        <a:buFont typeface="Arial"/>
        <a:buChar char="•"/>
        <a:defRPr sz="3200" b="0" i="0" kern="1200">
          <a:solidFill>
            <a:schemeClr val="tx1"/>
          </a:solidFill>
          <a:latin typeface="Calibri Light" panose="020F0302020204030204" pitchFamily="34" charset="0"/>
          <a:ea typeface="+mn-ea"/>
          <a:cs typeface="+mn-cs"/>
        </a:defRPr>
      </a:lvl1pPr>
      <a:lvl2pPr marL="742932" indent="-285744" algn="l" defTabSz="457189" rtl="0" eaLnBrk="1" latinLnBrk="0" hangingPunct="1">
        <a:spcBef>
          <a:spcPct val="20000"/>
        </a:spcBef>
        <a:buFont typeface="Arial"/>
        <a:buChar char="–"/>
        <a:defRPr sz="2800" b="0" i="0" kern="1200">
          <a:solidFill>
            <a:schemeClr val="tx1"/>
          </a:solidFill>
          <a:latin typeface="Calibri Light" panose="020F0302020204030204" pitchFamily="34" charset="0"/>
          <a:ea typeface="+mn-ea"/>
          <a:cs typeface="+mn-cs"/>
        </a:defRPr>
      </a:lvl2pPr>
      <a:lvl3pPr marL="1142971" indent="-228594" algn="l" defTabSz="457189" rtl="0" eaLnBrk="1" latinLnBrk="0" hangingPunct="1">
        <a:spcBef>
          <a:spcPct val="20000"/>
        </a:spcBef>
        <a:buFont typeface="Arial"/>
        <a:buChar char="•"/>
        <a:defRPr sz="2400" b="0" i="0" kern="1200">
          <a:solidFill>
            <a:schemeClr val="tx1"/>
          </a:solidFill>
          <a:latin typeface="Calibri Light" panose="020F0302020204030204" pitchFamily="34" charset="0"/>
          <a:ea typeface="+mn-ea"/>
          <a:cs typeface="+mn-cs"/>
        </a:defRPr>
      </a:lvl3pPr>
      <a:lvl4pPr marL="1600160" indent="-228594" algn="l" defTabSz="457189" rtl="0" eaLnBrk="1" latinLnBrk="0" hangingPunct="1">
        <a:spcBef>
          <a:spcPct val="20000"/>
        </a:spcBef>
        <a:buFont typeface="Arial"/>
        <a:buChar char="–"/>
        <a:defRPr sz="2000" b="0" i="0" kern="1200">
          <a:solidFill>
            <a:schemeClr val="tx1"/>
          </a:solidFill>
          <a:latin typeface="Calibri Light" panose="020F0302020204030204" pitchFamily="34" charset="0"/>
          <a:ea typeface="+mn-ea"/>
          <a:cs typeface="+mn-cs"/>
        </a:defRPr>
      </a:lvl4pPr>
      <a:lvl5pPr marL="2057349" indent="-228594" algn="l" defTabSz="457189" rtl="0" eaLnBrk="1" latinLnBrk="0" hangingPunct="1">
        <a:spcBef>
          <a:spcPct val="20000"/>
        </a:spcBef>
        <a:buFont typeface="Arial"/>
        <a:buChar char="»"/>
        <a:defRPr sz="2000" b="0" i="0" kern="1200">
          <a:solidFill>
            <a:schemeClr val="tx1"/>
          </a:solidFill>
          <a:latin typeface="Calibri Light" panose="020F0302020204030204" pitchFamily="34" charset="0"/>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221175" y="1454889"/>
            <a:ext cx="9237048" cy="1468967"/>
          </a:xfrm>
          <a:extLst>
            <a:ext uri="{91240B29-F687-4f45-9708-019B960494DF}">
              <a14:hiddenLine xmlns:a14="http://schemas.microsoft.com/office/drawing/2010/main" xmlns="" w="9525">
                <a:solidFill>
                  <a:schemeClr val="accent2"/>
                </a:solidFill>
                <a:miter lim="800000"/>
                <a:headEnd/>
                <a:tailEnd/>
              </a14:hiddenLine>
            </a:ext>
          </a:extLst>
        </p:spPr>
        <p:txBody>
          <a:bodyPr>
            <a:normAutofit fontScale="90000"/>
          </a:bodyPr>
          <a:lstStyle/>
          <a:p>
            <a:pPr algn="l"/>
            <a:r>
              <a:rPr lang="it-IT" sz="2000" dirty="0">
                <a:cs typeface="Calibri Light" panose="020F0302020204030204" pitchFamily="34" charset="0"/>
              </a:rPr>
              <a:t>Sistemi informativi su Web</a:t>
            </a:r>
            <a:br>
              <a:rPr lang="it-IT" sz="2000" dirty="0"/>
            </a:br>
            <a:r>
              <a:rPr lang="it-IT" dirty="0">
                <a:solidFill>
                  <a:srgbClr val="400080"/>
                </a:solidFill>
                <a:latin typeface="Calibri Light" panose="020F0302020204030204" pitchFamily="34" charset="0"/>
                <a:cs typeface="Calibri Light" panose="020F0302020204030204" pitchFamily="34" charset="0"/>
              </a:rPr>
              <a:t>Esercitazione Persistenza: </a:t>
            </a:r>
            <a:br>
              <a:rPr lang="it-IT" dirty="0">
                <a:solidFill>
                  <a:srgbClr val="400080"/>
                </a:solidFill>
                <a:cs typeface="Calibri Light" panose="020F0302020204030204" pitchFamily="34" charset="0"/>
              </a:rPr>
            </a:br>
            <a:r>
              <a:rPr lang="it-IT" dirty="0">
                <a:solidFill>
                  <a:srgbClr val="400080"/>
                </a:solidFill>
                <a:cs typeface="Calibri Light" panose="020F0302020204030204" pitchFamily="34" charset="0"/>
              </a:rPr>
              <a:t>	</a:t>
            </a:r>
            <a:r>
              <a:rPr lang="it-IT" dirty="0">
                <a:solidFill>
                  <a:srgbClr val="400080"/>
                </a:solidFill>
                <a:latin typeface="Calibri Light" panose="020F0302020204030204" pitchFamily="34" charset="0"/>
                <a:cs typeface="Calibri Light" panose="020F0302020204030204" pitchFamily="34" charset="0"/>
              </a:rPr>
              <a:t>progettazione</a:t>
            </a:r>
            <a:br>
              <a:rPr lang="it-IT" dirty="0">
                <a:solidFill>
                  <a:srgbClr val="400080"/>
                </a:solidFill>
                <a:latin typeface="Calibri Light" panose="020F0302020204030204" pitchFamily="34" charset="0"/>
                <a:cs typeface="Calibri Light" panose="020F0302020204030204" pitchFamily="34" charset="0"/>
              </a:rPr>
            </a:br>
            <a:r>
              <a:rPr lang="it-IT" sz="3200" dirty="0">
                <a:solidFill>
                  <a:srgbClr val="400080"/>
                </a:solidFill>
                <a:latin typeface="Calibri Light" panose="020F0302020204030204" pitchFamily="34" charset="0"/>
                <a:cs typeface="Calibri Light" panose="020F0302020204030204" pitchFamily="34" charset="0"/>
              </a:rPr>
              <a:t>aa 2024-2024</a:t>
            </a:r>
            <a:br>
              <a:rPr lang="it-IT" dirty="0">
                <a:latin typeface="Calibri Light" panose="020F0302020204030204" pitchFamily="34" charset="0"/>
              </a:rPr>
            </a:br>
            <a:endParaRPr lang="it-IT" dirty="0">
              <a:latin typeface="Calibri Light" panose="020F0302020204030204" pitchFamily="34" charset="0"/>
            </a:endParaRPr>
          </a:p>
        </p:txBody>
      </p:sp>
      <p:sp>
        <p:nvSpPr>
          <p:cNvPr id="4" name="Text Box 11"/>
          <p:cNvSpPr txBox="1">
            <a:spLocks noChangeArrowheads="1"/>
          </p:cNvSpPr>
          <p:nvPr/>
        </p:nvSpPr>
        <p:spPr bwMode="auto">
          <a:xfrm>
            <a:off x="2895600" y="6324601"/>
            <a:ext cx="6696320" cy="461665"/>
          </a:xfrm>
          <a:prstGeom prst="rect">
            <a:avLst/>
          </a:prstGeom>
          <a:noFill/>
          <a:ln w="9525">
            <a:noFill/>
            <a:miter lim="800000"/>
            <a:headEnd/>
            <a:tailEnd/>
          </a:ln>
        </p:spPr>
        <p:txBody>
          <a:bodyPr wrap="none">
            <a:spAutoFit/>
          </a:bodyPr>
          <a:lstStyle/>
          <a:p>
            <a:pPr defTabSz="609585"/>
            <a:r>
              <a:rPr lang="en-US" sz="1200" dirty="0">
                <a:solidFill>
                  <a:prstClr val="black"/>
                </a:solidFill>
                <a:latin typeface="Calibri Light" panose="020F0302020204030204" pitchFamily="34" charset="0"/>
              </a:rPr>
              <a:t>This work is licensed under a Creative Commons Attribution-Noncommercial-Share Alike 3.0 United States</a:t>
            </a:r>
            <a:br>
              <a:rPr lang="en-US" sz="1200" dirty="0">
                <a:solidFill>
                  <a:prstClr val="black"/>
                </a:solidFill>
                <a:latin typeface="Calibri Light" panose="020F0302020204030204" pitchFamily="34" charset="0"/>
              </a:rPr>
            </a:br>
            <a:r>
              <a:rPr lang="en-US" sz="1200" dirty="0">
                <a:solidFill>
                  <a:prstClr val="black"/>
                </a:solidFill>
                <a:latin typeface="Calibri Light" panose="020F0302020204030204" pitchFamily="34" charset="0"/>
              </a:rPr>
              <a:t>See http://</a:t>
            </a:r>
            <a:r>
              <a:rPr lang="en-US" sz="1200" dirty="0" err="1">
                <a:solidFill>
                  <a:prstClr val="black"/>
                </a:solidFill>
                <a:latin typeface="Calibri Light" panose="020F0302020204030204" pitchFamily="34" charset="0"/>
              </a:rPr>
              <a:t>creativecommons.org</a:t>
            </a:r>
            <a:r>
              <a:rPr lang="en-US" sz="1200" dirty="0">
                <a:solidFill>
                  <a:prstClr val="black"/>
                </a:solidFill>
                <a:latin typeface="Calibri Light" panose="020F0302020204030204" pitchFamily="34" charset="0"/>
              </a:rPr>
              <a:t>/licenses/by-</a:t>
            </a:r>
            <a:r>
              <a:rPr lang="en-US" sz="1200" dirty="0" err="1">
                <a:solidFill>
                  <a:prstClr val="black"/>
                </a:solidFill>
                <a:latin typeface="Calibri Light" panose="020F0302020204030204" pitchFamily="34" charset="0"/>
              </a:rPr>
              <a:t>nc</a:t>
            </a:r>
            <a:r>
              <a:rPr lang="en-US" sz="1200" dirty="0">
                <a:solidFill>
                  <a:prstClr val="black"/>
                </a:solidFill>
                <a:latin typeface="Calibri Light" panose="020F0302020204030204" pitchFamily="34" charset="0"/>
              </a:rPr>
              <a:t>-</a:t>
            </a:r>
            <a:r>
              <a:rPr lang="en-US" sz="1200" dirty="0" err="1">
                <a:solidFill>
                  <a:prstClr val="black"/>
                </a:solidFill>
                <a:latin typeface="Calibri Light" panose="020F0302020204030204" pitchFamily="34" charset="0"/>
              </a:rPr>
              <a:t>sa</a:t>
            </a:r>
            <a:r>
              <a:rPr lang="en-US" sz="1200" dirty="0">
                <a:solidFill>
                  <a:prstClr val="black"/>
                </a:solidFill>
                <a:latin typeface="Calibri Light" panose="020F0302020204030204" pitchFamily="34" charset="0"/>
              </a:rPr>
              <a:t>/3.0/us/ for details</a:t>
            </a:r>
          </a:p>
        </p:txBody>
      </p:sp>
      <p:pic>
        <p:nvPicPr>
          <p:cNvPr id="5" name="Picture 13" descr="creative-commons"/>
          <p:cNvPicPr>
            <a:picLocks noChangeAspect="1" noChangeArrowheads="1"/>
          </p:cNvPicPr>
          <p:nvPr/>
        </p:nvPicPr>
        <p:blipFill>
          <a:blip r:embed="rId3" cstate="print"/>
          <a:srcRect/>
          <a:stretch>
            <a:fillRect/>
          </a:stretch>
        </p:blipFill>
        <p:spPr bwMode="auto">
          <a:xfrm>
            <a:off x="1625600" y="6324601"/>
            <a:ext cx="1117600" cy="393700"/>
          </a:xfrm>
          <a:prstGeom prst="rect">
            <a:avLst/>
          </a:prstGeom>
          <a:noFill/>
          <a:ln w="9525">
            <a:noFill/>
            <a:miter lim="800000"/>
            <a:headEnd/>
            <a:tailEnd/>
          </a:ln>
        </p:spPr>
      </p:pic>
      <p:pic>
        <p:nvPicPr>
          <p:cNvPr id="2" name="Immagine 1"/>
          <p:cNvPicPr>
            <a:picLocks noChangeAspect="1"/>
          </p:cNvPicPr>
          <p:nvPr/>
        </p:nvPicPr>
        <p:blipFill>
          <a:blip r:embed="rId4"/>
          <a:stretch>
            <a:fillRect/>
          </a:stretch>
        </p:blipFill>
        <p:spPr>
          <a:xfrm>
            <a:off x="4313086" y="4001343"/>
            <a:ext cx="941271" cy="511424"/>
          </a:xfrm>
          <a:prstGeom prst="rect">
            <a:avLst/>
          </a:prstGeom>
        </p:spPr>
      </p:pic>
      <p:sp>
        <p:nvSpPr>
          <p:cNvPr id="3" name="CasellaDiTesto 2"/>
          <p:cNvSpPr txBox="1"/>
          <p:nvPr/>
        </p:nvSpPr>
        <p:spPr>
          <a:xfrm>
            <a:off x="5399865" y="3908734"/>
            <a:ext cx="3059748" cy="646331"/>
          </a:xfrm>
          <a:prstGeom prst="rect">
            <a:avLst/>
          </a:prstGeom>
          <a:noFill/>
        </p:spPr>
        <p:txBody>
          <a:bodyPr wrap="none" rtlCol="0">
            <a:spAutoFit/>
          </a:bodyPr>
          <a:lstStyle/>
          <a:p>
            <a:pPr defTabSz="609585"/>
            <a:r>
              <a:rPr lang="it-IT" dirty="0">
                <a:solidFill>
                  <a:prstClr val="black"/>
                </a:solidFill>
                <a:latin typeface="Calibri Light" panose="020F0302020204030204" pitchFamily="34" charset="0"/>
                <a:cs typeface="Calibri Light" panose="020F0302020204030204" pitchFamily="34" charset="0"/>
              </a:rPr>
              <a:t>Paolo Merialdo</a:t>
            </a:r>
          </a:p>
          <a:p>
            <a:pPr defTabSz="609585"/>
            <a:r>
              <a:rPr lang="it-IT" dirty="0">
                <a:solidFill>
                  <a:prstClr val="black"/>
                </a:solidFill>
                <a:latin typeface="Calibri Light" panose="020F0302020204030204" pitchFamily="34" charset="0"/>
                <a:cs typeface="Calibri Light" panose="020F0302020204030204" pitchFamily="34" charset="0"/>
              </a:rPr>
              <a:t>Università degli Studi Roma Tre</a:t>
            </a:r>
          </a:p>
        </p:txBody>
      </p:sp>
    </p:spTree>
    <p:extLst>
      <p:ext uri="{BB962C8B-B14F-4D97-AF65-F5344CB8AC3E}">
        <p14:creationId xmlns:p14="http://schemas.microsoft.com/office/powerpoint/2010/main" val="421165868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6A647A5-3409-FF77-76B0-02DEC1667796}"/>
              </a:ext>
            </a:extLst>
          </p:cNvPr>
          <p:cNvSpPr>
            <a:spLocks noGrp="1"/>
          </p:cNvSpPr>
          <p:nvPr>
            <p:ph type="title"/>
          </p:nvPr>
        </p:nvSpPr>
        <p:spPr/>
        <p:txBody>
          <a:bodyPr/>
          <a:lstStyle/>
          <a:p>
            <a:r>
              <a:rPr lang="en-US" dirty="0" err="1"/>
              <a:t>Esercizio</a:t>
            </a:r>
            <a:r>
              <a:rPr lang="en-US" dirty="0"/>
              <a:t> 1</a:t>
            </a:r>
          </a:p>
        </p:txBody>
      </p:sp>
      <p:sp>
        <p:nvSpPr>
          <p:cNvPr id="3" name="Segnaposto contenuto 2">
            <a:extLst>
              <a:ext uri="{FF2B5EF4-FFF2-40B4-BE49-F238E27FC236}">
                <a16:creationId xmlns:a16="http://schemas.microsoft.com/office/drawing/2014/main" id="{BFE9A5FF-44FB-3292-5AA9-707BCDAF0155}"/>
              </a:ext>
            </a:extLst>
          </p:cNvPr>
          <p:cNvSpPr>
            <a:spLocks noGrp="1"/>
          </p:cNvSpPr>
          <p:nvPr>
            <p:ph idx="1"/>
          </p:nvPr>
        </p:nvSpPr>
        <p:spPr/>
        <p:txBody>
          <a:bodyPr>
            <a:normAutofit/>
          </a:bodyPr>
          <a:lstStyle/>
          <a:p>
            <a:r>
              <a:rPr lang="en-US" dirty="0" err="1"/>
              <a:t>Creiamo</a:t>
            </a:r>
            <a:r>
              <a:rPr lang="en-US" dirty="0"/>
              <a:t> un </a:t>
            </a:r>
            <a:r>
              <a:rPr lang="en-US" dirty="0" err="1"/>
              <a:t>progetto</a:t>
            </a:r>
            <a:r>
              <a:rPr lang="en-US" dirty="0"/>
              <a:t> </a:t>
            </a:r>
            <a:r>
              <a:rPr lang="en-US" dirty="0">
                <a:latin typeface="Consolas" panose="020B0609020204030204" pitchFamily="49" charset="0"/>
                <a:cs typeface="Consolas" panose="020B0609020204030204" pitchFamily="49" charset="0"/>
              </a:rPr>
              <a:t>siw-jpa-03</a:t>
            </a:r>
            <a:r>
              <a:rPr lang="en-US" dirty="0"/>
              <a:t> con le </a:t>
            </a:r>
            <a:r>
              <a:rPr lang="en-US" dirty="0" err="1"/>
              <a:t>stesse</a:t>
            </a:r>
            <a:r>
              <a:rPr lang="en-US" dirty="0"/>
              <a:t> </a:t>
            </a:r>
            <a:r>
              <a:rPr lang="en-US" dirty="0" err="1"/>
              <a:t>caratteristiche</a:t>
            </a:r>
            <a:r>
              <a:rPr lang="en-US" dirty="0"/>
              <a:t> di </a:t>
            </a:r>
            <a:r>
              <a:rPr lang="en-US" dirty="0">
                <a:latin typeface="Consolas" panose="020B0609020204030204" pitchFamily="49" charset="0"/>
                <a:cs typeface="Consolas" panose="020B0609020204030204" pitchFamily="49" charset="0"/>
              </a:rPr>
              <a:t>siw-jpa-01</a:t>
            </a:r>
          </a:p>
          <a:p>
            <a:r>
              <a:rPr lang="en-US" sz="2800" dirty="0" err="1"/>
              <a:t>Creaiamo</a:t>
            </a:r>
            <a:r>
              <a:rPr lang="en-US" sz="2800" dirty="0"/>
              <a:t> il database football e </a:t>
            </a:r>
            <a:r>
              <a:rPr lang="en-US" sz="2800" dirty="0" err="1"/>
              <a:t>impostiamolo</a:t>
            </a:r>
            <a:r>
              <a:rPr lang="en-US" sz="2800" dirty="0"/>
              <a:t> </a:t>
            </a:r>
            <a:r>
              <a:rPr lang="en-US" sz="2800" dirty="0" err="1"/>
              <a:t>nel</a:t>
            </a:r>
            <a:r>
              <a:rPr lang="en-US" sz="2800" dirty="0"/>
              <a:t> file </a:t>
            </a:r>
            <a:r>
              <a:rPr lang="en-US" sz="2800" dirty="0" err="1"/>
              <a:t>application.properties</a:t>
            </a:r>
            <a:endParaRPr lang="it-IT" sz="2800" dirty="0">
              <a:latin typeface="Consolas" panose="020B0609020204030204" pitchFamily="49" charset="0"/>
              <a:cs typeface="Consolas" panose="020B0609020204030204" pitchFamily="49" charset="0"/>
            </a:endParaRPr>
          </a:p>
          <a:p>
            <a:pPr marL="0" marR="0">
              <a:buNone/>
            </a:pPr>
            <a:endParaRPr lang="it-IT" sz="1800" dirty="0">
              <a:solidFill>
                <a:srgbClr val="000000"/>
              </a:solidFill>
              <a:effectLst/>
              <a:latin typeface="Menlo" panose="020B0609030804020204" pitchFamily="49" charset="0"/>
            </a:endParaRPr>
          </a:p>
          <a:p>
            <a:pPr marL="0" marR="0">
              <a:buNone/>
            </a:pPr>
            <a:endParaRPr lang="it-IT"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638537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645A611-3EEA-D7AC-1EDD-8AB22DD8DF8E}"/>
              </a:ext>
            </a:extLst>
          </p:cNvPr>
          <p:cNvSpPr>
            <a:spLocks noGrp="1"/>
          </p:cNvSpPr>
          <p:nvPr>
            <p:ph type="title"/>
          </p:nvPr>
        </p:nvSpPr>
        <p:spPr/>
        <p:txBody>
          <a:bodyPr/>
          <a:lstStyle/>
          <a:p>
            <a:r>
              <a:rPr lang="en-US" dirty="0" err="1"/>
              <a:t>Esercizio</a:t>
            </a:r>
            <a:r>
              <a:rPr lang="en-US" dirty="0"/>
              <a:t> 1</a:t>
            </a:r>
          </a:p>
        </p:txBody>
      </p:sp>
      <p:sp>
        <p:nvSpPr>
          <p:cNvPr id="3" name="Segnaposto contenuto 2">
            <a:extLst>
              <a:ext uri="{FF2B5EF4-FFF2-40B4-BE49-F238E27FC236}">
                <a16:creationId xmlns:a16="http://schemas.microsoft.com/office/drawing/2014/main" id="{9478C8A8-73B8-2CA8-59E9-E375D6FF0367}"/>
              </a:ext>
            </a:extLst>
          </p:cNvPr>
          <p:cNvSpPr>
            <a:spLocks noGrp="1"/>
          </p:cNvSpPr>
          <p:nvPr>
            <p:ph idx="1"/>
          </p:nvPr>
        </p:nvSpPr>
        <p:spPr/>
        <p:txBody>
          <a:bodyPr>
            <a:normAutofit fontScale="92500" lnSpcReduction="20000"/>
          </a:bodyPr>
          <a:lstStyle/>
          <a:p>
            <a:pPr algn="just">
              <a:lnSpc>
                <a:spcPct val="115000"/>
              </a:lnSpc>
              <a:spcAft>
                <a:spcPts val="1000"/>
              </a:spcAft>
              <a:buNone/>
            </a:pPr>
            <a:r>
              <a:rPr lang="it-IT" sz="1800" dirty="0">
                <a:effectLst/>
                <a:latin typeface="Calibri" panose="020F0502020204030204" pitchFamily="34" charset="0"/>
                <a:ea typeface="Calibri" panose="020F0502020204030204" pitchFamily="34" charset="0"/>
                <a:cs typeface="Times New Roman" panose="02020603050405020304" pitchFamily="18" charset="0"/>
              </a:rPr>
              <a:t>Stiamo scrivendo il codice di un sistema informativo per la gestione dei dati di un torneo di calcio amatoriale. Per ogni squadra sono memorizzati il nome, e l’anno di fondazione. Ogni squadra ha più giocatori. Per ogni giocatore sono di interesse il nome, il cognome, la data di nascita, il ruolo, l’altezza. Ogni giocatore milita in una sola squadra.  Ogni giocatore è seguito da un procuratore, ed ogni procuratore segue uno o più giocatori. Ogni procuratore è dipendente di una società di consulenza. Per ogni procuratore sono di interesse il nome, il cognome e il codice federale (una stringa). Per le società di consulenza sono di interesse il nome e la partita iva. Ogni società di consulenza può avere più procuratori. </a:t>
            </a:r>
          </a:p>
          <a:p>
            <a:pPr algn="just">
              <a:lnSpc>
                <a:spcPct val="115000"/>
              </a:lnSpc>
              <a:spcAft>
                <a:spcPts val="1000"/>
              </a:spcAft>
              <a:buNone/>
            </a:pPr>
            <a:r>
              <a:rPr lang="it-IT" sz="1800" dirty="0">
                <a:effectLst/>
                <a:latin typeface="Calibri" panose="020F0502020204030204" pitchFamily="34" charset="0"/>
                <a:ea typeface="Calibri" panose="020F0502020204030204" pitchFamily="34" charset="0"/>
                <a:cs typeface="Times New Roman" panose="02020603050405020304" pitchFamily="18" charset="0"/>
              </a:rPr>
              <a:t>Ipotizzando che i casi d’uso prevedano 1) che l’associazione tra squadra e giocatori sia monodirezionale uno-a-molti (da squadra a giocatore); 2) che l’associazione tra procuratore e giocatore sia bidirezionale; 3) che l’associazione tra procuratore e società di consulenza sia bidirezionale:</a:t>
            </a:r>
          </a:p>
          <a:p>
            <a:pPr marL="342900" lvl="0" indent="-342900" algn="just">
              <a:lnSpc>
                <a:spcPct val="115000"/>
              </a:lnSpc>
              <a:buFont typeface="Symbol" pitchFamily="2" charset="2"/>
              <a:buChar char=""/>
            </a:pPr>
            <a:r>
              <a:rPr lang="it-IT" sz="1800" dirty="0">
                <a:effectLst/>
                <a:latin typeface="Calibri" panose="020F0502020204030204" pitchFamily="34" charset="0"/>
                <a:ea typeface="Calibri" panose="020F0502020204030204" pitchFamily="34" charset="0"/>
                <a:cs typeface="Times New Roman" panose="02020603050405020304" pitchFamily="18" charset="0"/>
              </a:rPr>
              <a:t>Disegnare il class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diagram</a:t>
            </a:r>
            <a:r>
              <a:rPr lang="it-IT" sz="1800" dirty="0">
                <a:effectLst/>
                <a:latin typeface="Calibri" panose="020F0502020204030204" pitchFamily="34" charset="0"/>
                <a:ea typeface="Calibri" panose="020F0502020204030204" pitchFamily="34" charset="0"/>
                <a:cs typeface="Times New Roman" panose="02020603050405020304" pitchFamily="18" charset="0"/>
              </a:rPr>
              <a:t> per le entità JPA necessarie a modellare il dominio indicando molteplicità, direzione, politiche di fetch e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cascading</a:t>
            </a:r>
            <a:r>
              <a:rPr lang="it-IT" sz="1800" dirty="0">
                <a:effectLst/>
                <a:latin typeface="Calibri" panose="020F0502020204030204" pitchFamily="34" charset="0"/>
                <a:ea typeface="Calibri" panose="020F0502020204030204" pitchFamily="34" charset="0"/>
                <a:cs typeface="Times New Roman" panose="02020603050405020304" pitchFamily="18" charset="0"/>
              </a:rPr>
              <a:t> delle associazioni (commentare brevemente la scelta delle politiche di fetch e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cascade</a:t>
            </a:r>
            <a:r>
              <a:rPr lang="it-IT" sz="1800" dirty="0">
                <a:effectLst/>
                <a:latin typeface="Calibri" panose="020F0502020204030204" pitchFamily="34" charset="0"/>
                <a:ea typeface="Calibri" panose="020F0502020204030204" pitchFamily="34" charset="0"/>
                <a:cs typeface="Times New Roman" panose="02020603050405020304" pitchFamily="18" charset="0"/>
              </a:rPr>
              <a:t>)</a:t>
            </a:r>
          </a:p>
          <a:p>
            <a:pPr marL="342900" lvl="0" indent="-342900" algn="just">
              <a:lnSpc>
                <a:spcPct val="115000"/>
              </a:lnSpc>
              <a:buFont typeface="Symbol" pitchFamily="2" charset="2"/>
              <a:buChar char=""/>
            </a:pPr>
            <a:r>
              <a:rPr lang="it-IT" sz="1800" dirty="0">
                <a:effectLst/>
                <a:latin typeface="Calibri" panose="020F0502020204030204" pitchFamily="34" charset="0"/>
                <a:ea typeface="Calibri" panose="020F0502020204030204" pitchFamily="34" charset="0"/>
                <a:cs typeface="Times New Roman" panose="02020603050405020304" pitchFamily="18" charset="0"/>
              </a:rPr>
              <a:t>Scrivere il codice delle entità JPA</a:t>
            </a:r>
          </a:p>
          <a:p>
            <a:pPr marL="342900" lvl="0" indent="-342900" algn="just">
              <a:lnSpc>
                <a:spcPct val="115000"/>
              </a:lnSpc>
              <a:spcAft>
                <a:spcPts val="1000"/>
              </a:spcAft>
              <a:buFont typeface="Symbol" pitchFamily="2" charset="2"/>
              <a:buChar char=""/>
            </a:pPr>
            <a:r>
              <a:rPr lang="it-IT" sz="1800" dirty="0">
                <a:effectLst/>
                <a:latin typeface="Calibri" panose="020F0502020204030204" pitchFamily="34" charset="0"/>
                <a:ea typeface="Calibri" panose="020F0502020204030204" pitchFamily="34" charset="0"/>
                <a:cs typeface="Times New Roman" panose="02020603050405020304" pitchFamily="18" charset="0"/>
              </a:rPr>
              <a:t>Scrivere – usando la notazione TABELLA(</a:t>
            </a:r>
            <a:r>
              <a:rPr lang="it-IT" sz="1800" u="sng" dirty="0">
                <a:effectLst/>
                <a:latin typeface="Calibri" panose="020F0502020204030204" pitchFamily="34" charset="0"/>
                <a:ea typeface="Calibri" panose="020F0502020204030204" pitchFamily="34" charset="0"/>
                <a:cs typeface="Times New Roman" panose="02020603050405020304" pitchFamily="18" charset="0"/>
              </a:rPr>
              <a:t>chiave</a:t>
            </a:r>
            <a:r>
              <a:rPr lang="it-IT" sz="1800" dirty="0">
                <a:effectLst/>
                <a:latin typeface="Calibri" panose="020F0502020204030204" pitchFamily="34" charset="0"/>
                <a:ea typeface="Calibri" panose="020F0502020204030204" pitchFamily="34" charset="0"/>
                <a:cs typeface="Times New Roman" panose="02020603050405020304" pitchFamily="18" charset="0"/>
              </a:rPr>
              <a:t>, colonna, colonna, …) – lo schema della base di dati generata da JPA indicando esplicitamente la presenza di vincoli di integrità referenziali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foreign</a:t>
            </a:r>
            <a:r>
              <a:rPr lang="it-IT" sz="1800" dirty="0">
                <a:effectLst/>
                <a:latin typeface="Calibri" panose="020F0502020204030204" pitchFamily="34" charset="0"/>
                <a:ea typeface="Calibri" panose="020F0502020204030204" pitchFamily="34" charset="0"/>
                <a:cs typeface="Times New Roman" panose="02020603050405020304" pitchFamily="18" charset="0"/>
              </a:rPr>
              <a:t> key)</a:t>
            </a:r>
          </a:p>
        </p:txBody>
      </p:sp>
    </p:spTree>
    <p:extLst>
      <p:ext uri="{BB962C8B-B14F-4D97-AF65-F5344CB8AC3E}">
        <p14:creationId xmlns:p14="http://schemas.microsoft.com/office/powerpoint/2010/main" val="3367432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46352-6B4E-D673-2ACC-B7352505A9A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4355E25-CC82-F7E8-B58E-65B848512CFF}"/>
              </a:ext>
            </a:extLst>
          </p:cNvPr>
          <p:cNvSpPr>
            <a:spLocks noGrp="1"/>
          </p:cNvSpPr>
          <p:nvPr>
            <p:ph type="title"/>
          </p:nvPr>
        </p:nvSpPr>
        <p:spPr/>
        <p:txBody>
          <a:bodyPr/>
          <a:lstStyle/>
          <a:p>
            <a:r>
              <a:rPr lang="en-US" dirty="0" err="1"/>
              <a:t>Esercizio</a:t>
            </a:r>
            <a:r>
              <a:rPr lang="en-US" dirty="0"/>
              <a:t> 2</a:t>
            </a:r>
          </a:p>
        </p:txBody>
      </p:sp>
      <p:sp>
        <p:nvSpPr>
          <p:cNvPr id="3" name="Segnaposto contenuto 2">
            <a:extLst>
              <a:ext uri="{FF2B5EF4-FFF2-40B4-BE49-F238E27FC236}">
                <a16:creationId xmlns:a16="http://schemas.microsoft.com/office/drawing/2014/main" id="{1C39A7C2-4BA6-4E1B-61E8-32D57C65FC09}"/>
              </a:ext>
            </a:extLst>
          </p:cNvPr>
          <p:cNvSpPr>
            <a:spLocks noGrp="1"/>
          </p:cNvSpPr>
          <p:nvPr>
            <p:ph idx="1"/>
          </p:nvPr>
        </p:nvSpPr>
        <p:spPr/>
        <p:txBody>
          <a:bodyPr>
            <a:normAutofit/>
          </a:bodyPr>
          <a:lstStyle/>
          <a:p>
            <a:r>
              <a:rPr lang="en-US" dirty="0" err="1"/>
              <a:t>Creiamo</a:t>
            </a:r>
            <a:r>
              <a:rPr lang="en-US" dirty="0"/>
              <a:t> un </a:t>
            </a:r>
            <a:r>
              <a:rPr lang="en-US" dirty="0" err="1"/>
              <a:t>progetto</a:t>
            </a:r>
            <a:r>
              <a:rPr lang="en-US"/>
              <a:t> </a:t>
            </a:r>
            <a:r>
              <a:rPr lang="en-US">
                <a:latin typeface="Consolas" panose="020B0609020204030204" pitchFamily="49" charset="0"/>
                <a:cs typeface="Consolas" panose="020B0609020204030204" pitchFamily="49" charset="0"/>
              </a:rPr>
              <a:t>siw-jpa-04</a:t>
            </a:r>
            <a:r>
              <a:rPr lang="en-US"/>
              <a:t> </a:t>
            </a:r>
            <a:r>
              <a:rPr lang="en-US" dirty="0"/>
              <a:t>con le </a:t>
            </a:r>
            <a:r>
              <a:rPr lang="en-US" dirty="0" err="1"/>
              <a:t>stesse</a:t>
            </a:r>
            <a:r>
              <a:rPr lang="en-US" dirty="0"/>
              <a:t> </a:t>
            </a:r>
            <a:r>
              <a:rPr lang="en-US" dirty="0" err="1"/>
              <a:t>caratteristiche</a:t>
            </a:r>
            <a:r>
              <a:rPr lang="en-US" dirty="0"/>
              <a:t> di </a:t>
            </a:r>
            <a:r>
              <a:rPr lang="en-US" dirty="0">
                <a:latin typeface="Consolas" panose="020B0609020204030204" pitchFamily="49" charset="0"/>
                <a:cs typeface="Consolas" panose="020B0609020204030204" pitchFamily="49" charset="0"/>
              </a:rPr>
              <a:t>siw-jpa-01</a:t>
            </a:r>
          </a:p>
          <a:p>
            <a:r>
              <a:rPr lang="en-US" sz="2800" dirty="0" err="1"/>
              <a:t>Creaiamo</a:t>
            </a:r>
            <a:r>
              <a:rPr lang="en-US" sz="2800" dirty="0"/>
              <a:t> il database </a:t>
            </a:r>
            <a:r>
              <a:rPr lang="en-US" sz="2800" dirty="0" err="1"/>
              <a:t>formazione</a:t>
            </a:r>
            <a:r>
              <a:rPr lang="en-US" sz="2800" dirty="0"/>
              <a:t> e </a:t>
            </a:r>
            <a:r>
              <a:rPr lang="en-US" sz="2800" dirty="0" err="1"/>
              <a:t>impostiamolo</a:t>
            </a:r>
            <a:r>
              <a:rPr lang="en-US" sz="2800" dirty="0"/>
              <a:t> </a:t>
            </a:r>
            <a:r>
              <a:rPr lang="en-US" sz="2800" dirty="0" err="1"/>
              <a:t>nel</a:t>
            </a:r>
            <a:r>
              <a:rPr lang="en-US" sz="2800" dirty="0"/>
              <a:t> file </a:t>
            </a:r>
            <a:r>
              <a:rPr lang="en-US" sz="2800" dirty="0" err="1"/>
              <a:t>application.properties</a:t>
            </a:r>
            <a:endParaRPr lang="it-IT" sz="2800" dirty="0">
              <a:latin typeface="Consolas" panose="020B0609020204030204" pitchFamily="49" charset="0"/>
              <a:cs typeface="Consolas" panose="020B0609020204030204" pitchFamily="49" charset="0"/>
            </a:endParaRPr>
          </a:p>
          <a:p>
            <a:pPr marL="0" marR="0">
              <a:buNone/>
            </a:pPr>
            <a:endParaRPr lang="it-IT" sz="1800" dirty="0">
              <a:solidFill>
                <a:srgbClr val="000000"/>
              </a:solidFill>
              <a:effectLst/>
              <a:latin typeface="Menlo" panose="020B0609030804020204" pitchFamily="49" charset="0"/>
            </a:endParaRPr>
          </a:p>
          <a:p>
            <a:pPr marL="0" marR="0">
              <a:buNone/>
            </a:pPr>
            <a:endParaRPr lang="it-IT" sz="18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588752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3A6C1B5-F2F0-1087-4620-1646C6E9C716}"/>
              </a:ext>
            </a:extLst>
          </p:cNvPr>
          <p:cNvSpPr>
            <a:spLocks noGrp="1"/>
          </p:cNvSpPr>
          <p:nvPr>
            <p:ph type="title"/>
          </p:nvPr>
        </p:nvSpPr>
        <p:spPr/>
        <p:txBody>
          <a:bodyPr/>
          <a:lstStyle/>
          <a:p>
            <a:r>
              <a:rPr lang="en-US" dirty="0" err="1"/>
              <a:t>Esercizio</a:t>
            </a:r>
            <a:r>
              <a:rPr lang="en-US" dirty="0"/>
              <a:t> 2</a:t>
            </a:r>
          </a:p>
        </p:txBody>
      </p:sp>
      <p:sp>
        <p:nvSpPr>
          <p:cNvPr id="3" name="Segnaposto contenuto 2">
            <a:extLst>
              <a:ext uri="{FF2B5EF4-FFF2-40B4-BE49-F238E27FC236}">
                <a16:creationId xmlns:a16="http://schemas.microsoft.com/office/drawing/2014/main" id="{6B867274-CF91-12AE-E8FC-F4094A534CAC}"/>
              </a:ext>
            </a:extLst>
          </p:cNvPr>
          <p:cNvSpPr>
            <a:spLocks noGrp="1"/>
          </p:cNvSpPr>
          <p:nvPr>
            <p:ph idx="1"/>
          </p:nvPr>
        </p:nvSpPr>
        <p:spPr/>
        <p:txBody>
          <a:bodyPr>
            <a:normAutofit fontScale="85000" lnSpcReduction="10000"/>
          </a:bodyPr>
          <a:lstStyle/>
          <a:p>
            <a:pPr algn="just">
              <a:lnSpc>
                <a:spcPct val="115000"/>
              </a:lnSpc>
              <a:spcAft>
                <a:spcPts val="1000"/>
              </a:spcAft>
              <a:buNone/>
            </a:pPr>
            <a:r>
              <a:rPr lang="it-IT" sz="1800" dirty="0">
                <a:effectLst/>
                <a:latin typeface="Calibri" panose="020F0502020204030204" pitchFamily="34" charset="0"/>
                <a:ea typeface="Calibri" panose="020F0502020204030204" pitchFamily="34" charset="0"/>
                <a:cs typeface="Times New Roman" panose="02020603050405020304" pitchFamily="18" charset="0"/>
              </a:rPr>
              <a:t>Stiamo scrivendo il codice di un sistema informativo per la gestione dei dati di una azienda che offre corsi di di formazione professionale.  </a:t>
            </a:r>
          </a:p>
          <a:p>
            <a:pPr algn="just">
              <a:lnSpc>
                <a:spcPct val="115000"/>
              </a:lnSpc>
              <a:spcAft>
                <a:spcPts val="1000"/>
              </a:spcAft>
              <a:buNone/>
            </a:pPr>
            <a:r>
              <a:rPr lang="it-IT" sz="1800" dirty="0">
                <a:effectLst/>
                <a:latin typeface="Calibri" panose="020F0502020204030204" pitchFamily="34" charset="0"/>
                <a:ea typeface="Calibri" panose="020F0502020204030204" pitchFamily="34" charset="0"/>
                <a:cs typeface="Times New Roman" panose="02020603050405020304" pitchFamily="18" charset="0"/>
              </a:rPr>
              <a:t>Per ogni corso sono memorizzati il nome, la data di inizio e la data di fine, il numero di ore complessivo. Ad ogni corso partecipano più allievi. Per ogni allievo sono di interesse il nome, il cognome, la data di nascita. Ogni allievo può essere iscritto a più corsi.  Ogni corso ha un docente responsabile e uno o più docenti di aula; ogni docente può essere responsabile di un solo corso, ma può essere docente di aula per più corsi. Per ogni docente sono di interesse il nome e il cognome (in realtà ci sono altri dati, ma non li consideriamo per semplificare il compito). Ogni corso si tiene in una sede. Per ogni sede sono di interesse il nome e l’indirizzo. In una sede si possono tenere più corsi. </a:t>
            </a:r>
          </a:p>
          <a:p>
            <a:pPr algn="just">
              <a:lnSpc>
                <a:spcPct val="115000"/>
              </a:lnSpc>
              <a:spcAft>
                <a:spcPts val="1000"/>
              </a:spcAft>
              <a:buNone/>
            </a:pPr>
            <a:r>
              <a:rPr lang="it-IT" sz="1800" dirty="0">
                <a:effectLst/>
                <a:latin typeface="Calibri" panose="020F0502020204030204" pitchFamily="34" charset="0"/>
                <a:ea typeface="Calibri" panose="020F0502020204030204" pitchFamily="34" charset="0"/>
                <a:cs typeface="Times New Roman" panose="02020603050405020304" pitchFamily="18" charset="0"/>
              </a:rPr>
              <a:t>Ipotizzando che i casi d’uso prevedano 1) che l’associazione tra corso e allievi sia monodirezionale da corso ad allievi; 2) che l’associazione tra il docente responsabile di un corso e il corso sia bidirezionale; 3) che l’associazione tra i docenti di aula e il corso sia monodirezionale da corso a docenti; 4) che l’associazione tra corso e sede sia bidirezionale:</a:t>
            </a:r>
          </a:p>
          <a:p>
            <a:pPr marL="342900" lvl="0" indent="-342900" algn="just">
              <a:lnSpc>
                <a:spcPct val="115000"/>
              </a:lnSpc>
              <a:buFont typeface="Symbol" pitchFamily="2" charset="2"/>
              <a:buChar char=""/>
            </a:pPr>
            <a:r>
              <a:rPr lang="it-IT" sz="1800" dirty="0">
                <a:effectLst/>
                <a:latin typeface="Calibri" panose="020F0502020204030204" pitchFamily="34" charset="0"/>
                <a:ea typeface="Calibri" panose="020F0502020204030204" pitchFamily="34" charset="0"/>
                <a:cs typeface="Times New Roman" panose="02020603050405020304" pitchFamily="18" charset="0"/>
              </a:rPr>
              <a:t>Disegnare il class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diagram</a:t>
            </a:r>
            <a:r>
              <a:rPr lang="it-IT" sz="1800" dirty="0">
                <a:effectLst/>
                <a:latin typeface="Calibri" panose="020F0502020204030204" pitchFamily="34" charset="0"/>
                <a:ea typeface="Calibri" panose="020F0502020204030204" pitchFamily="34" charset="0"/>
                <a:cs typeface="Times New Roman" panose="02020603050405020304" pitchFamily="18" charset="0"/>
              </a:rPr>
              <a:t> per le entità JPA necessarie a modellare il dominio indicando molteplicità, direzione, politiche di fetch e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cascading</a:t>
            </a:r>
            <a:r>
              <a:rPr lang="it-IT" sz="1800" dirty="0">
                <a:effectLst/>
                <a:latin typeface="Calibri" panose="020F0502020204030204" pitchFamily="34" charset="0"/>
                <a:ea typeface="Calibri" panose="020F0502020204030204" pitchFamily="34" charset="0"/>
                <a:cs typeface="Times New Roman" panose="02020603050405020304" pitchFamily="18" charset="0"/>
              </a:rPr>
              <a:t> delle associazioni (commentare brevemente la scelta delle politiche di fetch e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cascade</a:t>
            </a:r>
            <a:r>
              <a:rPr lang="it-IT" sz="1800" dirty="0">
                <a:effectLst/>
                <a:latin typeface="Calibri" panose="020F0502020204030204" pitchFamily="34" charset="0"/>
                <a:ea typeface="Calibri" panose="020F0502020204030204" pitchFamily="34" charset="0"/>
                <a:cs typeface="Times New Roman" panose="02020603050405020304" pitchFamily="18" charset="0"/>
              </a:rPr>
              <a:t>)</a:t>
            </a:r>
          </a:p>
          <a:p>
            <a:pPr marL="342900" lvl="0" indent="-342900" algn="just">
              <a:lnSpc>
                <a:spcPct val="115000"/>
              </a:lnSpc>
              <a:buFont typeface="Symbol" pitchFamily="2" charset="2"/>
              <a:buChar char=""/>
            </a:pPr>
            <a:r>
              <a:rPr lang="it-IT" sz="1800" dirty="0">
                <a:effectLst/>
                <a:latin typeface="Calibri" panose="020F0502020204030204" pitchFamily="34" charset="0"/>
                <a:ea typeface="Calibri" panose="020F0502020204030204" pitchFamily="34" charset="0"/>
                <a:cs typeface="Times New Roman" panose="02020603050405020304" pitchFamily="18" charset="0"/>
              </a:rPr>
              <a:t>Scrivere il codice delle entità JPA</a:t>
            </a:r>
          </a:p>
          <a:p>
            <a:pPr marL="342900" lvl="0" indent="-342900" algn="just">
              <a:lnSpc>
                <a:spcPct val="115000"/>
              </a:lnSpc>
              <a:spcAft>
                <a:spcPts val="1000"/>
              </a:spcAft>
              <a:buFont typeface="Symbol" pitchFamily="2" charset="2"/>
              <a:buChar char=""/>
            </a:pPr>
            <a:r>
              <a:rPr lang="it-IT" sz="1800" dirty="0">
                <a:effectLst/>
                <a:latin typeface="Calibri" panose="020F0502020204030204" pitchFamily="34" charset="0"/>
                <a:ea typeface="Calibri" panose="020F0502020204030204" pitchFamily="34" charset="0"/>
                <a:cs typeface="Times New Roman" panose="02020603050405020304" pitchFamily="18" charset="0"/>
              </a:rPr>
              <a:t>Scrivere – usando la notazione TABELLA(</a:t>
            </a:r>
            <a:r>
              <a:rPr lang="it-IT" sz="1800" u="sng" dirty="0">
                <a:effectLst/>
                <a:latin typeface="Calibri" panose="020F0502020204030204" pitchFamily="34" charset="0"/>
                <a:ea typeface="Calibri" panose="020F0502020204030204" pitchFamily="34" charset="0"/>
                <a:cs typeface="Times New Roman" panose="02020603050405020304" pitchFamily="18" charset="0"/>
              </a:rPr>
              <a:t>chiave</a:t>
            </a:r>
            <a:r>
              <a:rPr lang="it-IT" sz="1800" dirty="0">
                <a:effectLst/>
                <a:latin typeface="Calibri" panose="020F0502020204030204" pitchFamily="34" charset="0"/>
                <a:ea typeface="Calibri" panose="020F0502020204030204" pitchFamily="34" charset="0"/>
                <a:cs typeface="Times New Roman" panose="02020603050405020304" pitchFamily="18" charset="0"/>
              </a:rPr>
              <a:t>, colonna, colonna, …) – lo schema della base di dati generata da JPA indicando esplicitamente la presenza di vincoli di integrità referenziali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foreign</a:t>
            </a:r>
            <a:r>
              <a:rPr lang="it-IT" sz="1800" dirty="0">
                <a:effectLst/>
                <a:latin typeface="Calibri" panose="020F0502020204030204" pitchFamily="34" charset="0"/>
                <a:ea typeface="Calibri" panose="020F0502020204030204" pitchFamily="34" charset="0"/>
                <a:cs typeface="Times New Roman" panose="02020603050405020304" pitchFamily="18" charset="0"/>
              </a:rPr>
              <a:t> key)</a:t>
            </a:r>
          </a:p>
          <a:p>
            <a:endParaRPr lang="en-US" dirty="0"/>
          </a:p>
        </p:txBody>
      </p:sp>
    </p:spTree>
    <p:extLst>
      <p:ext uri="{BB962C8B-B14F-4D97-AF65-F5344CB8AC3E}">
        <p14:creationId xmlns:p14="http://schemas.microsoft.com/office/powerpoint/2010/main" val="3495302504"/>
      </p:ext>
    </p:extLst>
  </p:cSld>
  <p:clrMapOvr>
    <a:masterClrMapping/>
  </p:clrMapOvr>
</p:sld>
</file>

<file path=ppt/theme/theme1.xml><?xml version="1.0" encoding="utf-8"?>
<a:theme xmlns:a="http://schemas.openxmlformats.org/drawingml/2006/main" name="1_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5994</TotalTime>
  <Words>689</Words>
  <Application>Microsoft Macintosh PowerPoint</Application>
  <PresentationFormat>Widescreen</PresentationFormat>
  <Paragraphs>24</Paragraphs>
  <Slides>5</Slides>
  <Notes>1</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5</vt:i4>
      </vt:variant>
    </vt:vector>
  </HeadingPairs>
  <TitlesOfParts>
    <vt:vector size="13" baseType="lpstr">
      <vt:lpstr>Aptos</vt:lpstr>
      <vt:lpstr>Arial</vt:lpstr>
      <vt:lpstr>Calibri</vt:lpstr>
      <vt:lpstr>Calibri Light</vt:lpstr>
      <vt:lpstr>Consolas</vt:lpstr>
      <vt:lpstr>Menlo</vt:lpstr>
      <vt:lpstr>Symbol</vt:lpstr>
      <vt:lpstr>1_Tema di Office</vt:lpstr>
      <vt:lpstr>Sistemi informativi su Web Esercitazione Persistenza:   progettazione aa 2024-2024 </vt:lpstr>
      <vt:lpstr>Esercizio 1</vt:lpstr>
      <vt:lpstr>Esercizio 1</vt:lpstr>
      <vt:lpstr>Esercizio 2</vt:lpstr>
      <vt:lpstr>Esercizio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Sistemi informativi su Web Gestione Persistenza:  Spring Repository, JPQL aa 2023-2024 </dc:title>
  <dc:creator>Paolo Merialdo</dc:creator>
  <cp:lastModifiedBy>Paolo Merialdo</cp:lastModifiedBy>
  <cp:revision>10</cp:revision>
  <dcterms:created xsi:type="dcterms:W3CDTF">2024-03-13T16:58:36Z</dcterms:created>
  <dcterms:modified xsi:type="dcterms:W3CDTF">2025-04-01T10:00:39Z</dcterms:modified>
</cp:coreProperties>
</file>